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57" r:id="rId4"/>
    <p:sldId id="258" r:id="rId5"/>
    <p:sldId id="259" r:id="rId6"/>
    <p:sldId id="260" r:id="rId7"/>
    <p:sldId id="267" r:id="rId8"/>
    <p:sldId id="261" r:id="rId9"/>
    <p:sldId id="262" r:id="rId10"/>
    <p:sldId id="263" r:id="rId11"/>
    <p:sldId id="264" r:id="rId12"/>
    <p:sldId id="268"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sha golla" userId="d73da827d9a9552f" providerId="LiveId" clId="{75C11288-9977-4BE4-8D26-6C3C309B65FC}"/>
    <pc:docChg chg="undo custSel addSld modSld sldOrd modMainMaster">
      <pc:chgData name="sirisha golla" userId="d73da827d9a9552f" providerId="LiveId" clId="{75C11288-9977-4BE4-8D26-6C3C309B65FC}" dt="2026-03-15T17:23:29.306" v="171" actId="255"/>
      <pc:docMkLst>
        <pc:docMk/>
      </pc:docMkLst>
      <pc:sldChg chg="addSp modSp mod">
        <pc:chgData name="sirisha golla" userId="d73da827d9a9552f" providerId="LiveId" clId="{75C11288-9977-4BE4-8D26-6C3C309B65FC}" dt="2026-03-15T17:12:47.379" v="162" actId="1076"/>
        <pc:sldMkLst>
          <pc:docMk/>
          <pc:sldMk cId="1300791738" sldId="256"/>
        </pc:sldMkLst>
        <pc:spChg chg="add mod">
          <ac:chgData name="sirisha golla" userId="d73da827d9a9552f" providerId="LiveId" clId="{75C11288-9977-4BE4-8D26-6C3C309B65FC}" dt="2026-03-15T17:11:53.257" v="158" actId="1076"/>
          <ac:spMkLst>
            <pc:docMk/>
            <pc:sldMk cId="1300791738" sldId="256"/>
            <ac:spMk id="2" creationId="{03A7C1AC-0CD3-5447-8432-795C7983A86D}"/>
          </ac:spMkLst>
        </pc:spChg>
        <pc:spChg chg="mod">
          <ac:chgData name="sirisha golla" userId="d73da827d9a9552f" providerId="LiveId" clId="{75C11288-9977-4BE4-8D26-6C3C309B65FC}" dt="2026-03-15T17:12:43.812" v="161" actId="1076"/>
          <ac:spMkLst>
            <pc:docMk/>
            <pc:sldMk cId="1300791738" sldId="256"/>
            <ac:spMk id="4" creationId="{48A9BB36-97CF-B1B5-D4F9-0741DE981018}"/>
          </ac:spMkLst>
        </pc:spChg>
        <pc:spChg chg="mod">
          <ac:chgData name="sirisha golla" userId="d73da827d9a9552f" providerId="LiveId" clId="{75C11288-9977-4BE4-8D26-6C3C309B65FC}" dt="2026-03-15T17:12:47.379" v="162" actId="1076"/>
          <ac:spMkLst>
            <pc:docMk/>
            <pc:sldMk cId="1300791738" sldId="256"/>
            <ac:spMk id="5" creationId="{670AA63E-4C51-A508-2407-610525760AB8}"/>
          </ac:spMkLst>
        </pc:spChg>
      </pc:sldChg>
      <pc:sldChg chg="modSp mod">
        <pc:chgData name="sirisha golla" userId="d73da827d9a9552f" providerId="LiveId" clId="{75C11288-9977-4BE4-8D26-6C3C309B65FC}" dt="2026-03-15T17:22:34.422" v="164" actId="255"/>
        <pc:sldMkLst>
          <pc:docMk/>
          <pc:sldMk cId="2121412393" sldId="257"/>
        </pc:sldMkLst>
        <pc:spChg chg="mod">
          <ac:chgData name="sirisha golla" userId="d73da827d9a9552f" providerId="LiveId" clId="{75C11288-9977-4BE4-8D26-6C3C309B65FC}" dt="2026-03-15T17:11:47.188" v="157" actId="207"/>
          <ac:spMkLst>
            <pc:docMk/>
            <pc:sldMk cId="2121412393" sldId="257"/>
            <ac:spMk id="2" creationId="{30D63E67-34BC-A167-ED9D-F7A709910D63}"/>
          </ac:spMkLst>
        </pc:spChg>
        <pc:spChg chg="mod">
          <ac:chgData name="sirisha golla" userId="d73da827d9a9552f" providerId="LiveId" clId="{75C11288-9977-4BE4-8D26-6C3C309B65FC}" dt="2026-03-15T17:22:34.422" v="164" actId="255"/>
          <ac:spMkLst>
            <pc:docMk/>
            <pc:sldMk cId="2121412393" sldId="257"/>
            <ac:spMk id="3" creationId="{3FB138B4-372D-BD0F-E3EF-EEBCFE2E825F}"/>
          </ac:spMkLst>
        </pc:spChg>
      </pc:sldChg>
      <pc:sldChg chg="modSp mod">
        <pc:chgData name="sirisha golla" userId="d73da827d9a9552f" providerId="LiveId" clId="{75C11288-9977-4BE4-8D26-6C3C309B65FC}" dt="2026-03-15T17:22:46.698" v="166" actId="1076"/>
        <pc:sldMkLst>
          <pc:docMk/>
          <pc:sldMk cId="298453625" sldId="258"/>
        </pc:sldMkLst>
        <pc:spChg chg="mod">
          <ac:chgData name="sirisha golla" userId="d73da827d9a9552f" providerId="LiveId" clId="{75C11288-9977-4BE4-8D26-6C3C309B65FC}" dt="2026-03-15T16:55:12.566" v="46" actId="2711"/>
          <ac:spMkLst>
            <pc:docMk/>
            <pc:sldMk cId="298453625" sldId="258"/>
            <ac:spMk id="2" creationId="{60E188D7-AB86-186E-9997-E9172FE23FA0}"/>
          </ac:spMkLst>
        </pc:spChg>
        <pc:spChg chg="mod">
          <ac:chgData name="sirisha golla" userId="d73da827d9a9552f" providerId="LiveId" clId="{75C11288-9977-4BE4-8D26-6C3C309B65FC}" dt="2026-03-15T17:22:46.698" v="166" actId="1076"/>
          <ac:spMkLst>
            <pc:docMk/>
            <pc:sldMk cId="298453625" sldId="258"/>
            <ac:spMk id="5" creationId="{AC11E3BE-55C0-4ECA-D3DA-542F1B0A5300}"/>
          </ac:spMkLst>
        </pc:spChg>
      </pc:sldChg>
      <pc:sldChg chg="modSp mod">
        <pc:chgData name="sirisha golla" userId="d73da827d9a9552f" providerId="LiveId" clId="{75C11288-9977-4BE4-8D26-6C3C309B65FC}" dt="2026-03-15T17:22:56.684" v="167" actId="255"/>
        <pc:sldMkLst>
          <pc:docMk/>
          <pc:sldMk cId="4207796056" sldId="259"/>
        </pc:sldMkLst>
        <pc:spChg chg="mod">
          <ac:chgData name="sirisha golla" userId="d73da827d9a9552f" providerId="LiveId" clId="{75C11288-9977-4BE4-8D26-6C3C309B65FC}" dt="2026-03-15T16:55:37.847" v="48" actId="1076"/>
          <ac:spMkLst>
            <pc:docMk/>
            <pc:sldMk cId="4207796056" sldId="259"/>
            <ac:spMk id="2" creationId="{FE39368F-95E4-9AEE-13B4-7B61B48EF054}"/>
          </ac:spMkLst>
        </pc:spChg>
        <pc:spChg chg="mod">
          <ac:chgData name="sirisha golla" userId="d73da827d9a9552f" providerId="LiveId" clId="{75C11288-9977-4BE4-8D26-6C3C309B65FC}" dt="2026-03-15T17:22:56.684" v="167" actId="255"/>
          <ac:spMkLst>
            <pc:docMk/>
            <pc:sldMk cId="4207796056" sldId="259"/>
            <ac:spMk id="4" creationId="{A4D93D3D-AED1-1B26-F7EB-E73161FD1FEB}"/>
          </ac:spMkLst>
        </pc:spChg>
      </pc:sldChg>
      <pc:sldChg chg="modSp mod">
        <pc:chgData name="sirisha golla" userId="d73da827d9a9552f" providerId="LiveId" clId="{75C11288-9977-4BE4-8D26-6C3C309B65FC}" dt="2026-03-15T17:23:03.820" v="168" actId="255"/>
        <pc:sldMkLst>
          <pc:docMk/>
          <pc:sldMk cId="879428362" sldId="260"/>
        </pc:sldMkLst>
        <pc:spChg chg="mod">
          <ac:chgData name="sirisha golla" userId="d73da827d9a9552f" providerId="LiveId" clId="{75C11288-9977-4BE4-8D26-6C3C309B65FC}" dt="2026-03-15T16:57:40.139" v="64" actId="2711"/>
          <ac:spMkLst>
            <pc:docMk/>
            <pc:sldMk cId="879428362" sldId="260"/>
            <ac:spMk id="2" creationId="{B415F948-86A7-B93D-6942-5C51B7751BC2}"/>
          </ac:spMkLst>
        </pc:spChg>
        <pc:spChg chg="mod">
          <ac:chgData name="sirisha golla" userId="d73da827d9a9552f" providerId="LiveId" clId="{75C11288-9977-4BE4-8D26-6C3C309B65FC}" dt="2026-03-15T17:23:03.820" v="168" actId="255"/>
          <ac:spMkLst>
            <pc:docMk/>
            <pc:sldMk cId="879428362" sldId="260"/>
            <ac:spMk id="3" creationId="{2EE3BECE-B491-355D-F668-133BFDCC166B}"/>
          </ac:spMkLst>
        </pc:spChg>
      </pc:sldChg>
      <pc:sldChg chg="modSp mod">
        <pc:chgData name="sirisha golla" userId="d73da827d9a9552f" providerId="LiveId" clId="{75C11288-9977-4BE4-8D26-6C3C309B65FC}" dt="2026-03-15T17:23:13.763" v="169" actId="255"/>
        <pc:sldMkLst>
          <pc:docMk/>
          <pc:sldMk cId="2894763071" sldId="261"/>
        </pc:sldMkLst>
        <pc:spChg chg="mod">
          <ac:chgData name="sirisha golla" userId="d73da827d9a9552f" providerId="LiveId" clId="{75C11288-9977-4BE4-8D26-6C3C309B65FC}" dt="2026-03-15T16:57:49.415" v="65" actId="2711"/>
          <ac:spMkLst>
            <pc:docMk/>
            <pc:sldMk cId="2894763071" sldId="261"/>
            <ac:spMk id="2" creationId="{B489FF5E-6406-6957-A416-8CD531216C42}"/>
          </ac:spMkLst>
        </pc:spChg>
        <pc:spChg chg="mod">
          <ac:chgData name="sirisha golla" userId="d73da827d9a9552f" providerId="LiveId" clId="{75C11288-9977-4BE4-8D26-6C3C309B65FC}" dt="2026-03-15T17:23:13.763" v="169" actId="255"/>
          <ac:spMkLst>
            <pc:docMk/>
            <pc:sldMk cId="2894763071" sldId="261"/>
            <ac:spMk id="3" creationId="{30E1CA1F-F202-3C3E-0BCB-34EFFB08C2B2}"/>
          </ac:spMkLst>
        </pc:spChg>
      </pc:sldChg>
      <pc:sldChg chg="modSp mod">
        <pc:chgData name="sirisha golla" userId="d73da827d9a9552f" providerId="LiveId" clId="{75C11288-9977-4BE4-8D26-6C3C309B65FC}" dt="2026-03-15T17:23:29.306" v="171" actId="255"/>
        <pc:sldMkLst>
          <pc:docMk/>
          <pc:sldMk cId="838701672" sldId="262"/>
        </pc:sldMkLst>
        <pc:spChg chg="mod">
          <ac:chgData name="sirisha golla" userId="d73da827d9a9552f" providerId="LiveId" clId="{75C11288-9977-4BE4-8D26-6C3C309B65FC}" dt="2026-03-15T16:58:14.676" v="67" actId="2711"/>
          <ac:spMkLst>
            <pc:docMk/>
            <pc:sldMk cId="838701672" sldId="262"/>
            <ac:spMk id="2" creationId="{E1A360FD-39AD-A4E6-BFA8-B4861B0B1A3D}"/>
          </ac:spMkLst>
        </pc:spChg>
        <pc:spChg chg="mod">
          <ac:chgData name="sirisha golla" userId="d73da827d9a9552f" providerId="LiveId" clId="{75C11288-9977-4BE4-8D26-6C3C309B65FC}" dt="2026-03-15T17:23:29.306" v="171" actId="255"/>
          <ac:spMkLst>
            <pc:docMk/>
            <pc:sldMk cId="838701672" sldId="262"/>
            <ac:spMk id="3" creationId="{1D4AEBBD-F374-97E0-F1D7-E7634B26368C}"/>
          </ac:spMkLst>
        </pc:spChg>
      </pc:sldChg>
      <pc:sldChg chg="modSp mod">
        <pc:chgData name="sirisha golla" userId="d73da827d9a9552f" providerId="LiveId" clId="{75C11288-9977-4BE4-8D26-6C3C309B65FC}" dt="2026-03-15T16:58:38.253" v="70" actId="2711"/>
        <pc:sldMkLst>
          <pc:docMk/>
          <pc:sldMk cId="3022099002" sldId="263"/>
        </pc:sldMkLst>
        <pc:spChg chg="mod">
          <ac:chgData name="sirisha golla" userId="d73da827d9a9552f" providerId="LiveId" clId="{75C11288-9977-4BE4-8D26-6C3C309B65FC}" dt="2026-03-15T16:58:38.253" v="70" actId="2711"/>
          <ac:spMkLst>
            <pc:docMk/>
            <pc:sldMk cId="3022099002" sldId="263"/>
            <ac:spMk id="2" creationId="{92D2C1D8-0668-C953-EA7E-2952C3AB5889}"/>
          </ac:spMkLst>
        </pc:spChg>
      </pc:sldChg>
      <pc:sldChg chg="modSp mod">
        <pc:chgData name="sirisha golla" userId="d73da827d9a9552f" providerId="LiveId" clId="{75C11288-9977-4BE4-8D26-6C3C309B65FC}" dt="2026-03-15T17:09:04.868" v="135" actId="14100"/>
        <pc:sldMkLst>
          <pc:docMk/>
          <pc:sldMk cId="1399467072" sldId="264"/>
        </pc:sldMkLst>
        <pc:spChg chg="mod">
          <ac:chgData name="sirisha golla" userId="d73da827d9a9552f" providerId="LiveId" clId="{75C11288-9977-4BE4-8D26-6C3C309B65FC}" dt="2026-03-15T16:58:46.266" v="71" actId="2711"/>
          <ac:spMkLst>
            <pc:docMk/>
            <pc:sldMk cId="1399467072" sldId="264"/>
            <ac:spMk id="4" creationId="{4C35D289-187D-DBBF-4AE1-180370E3FDF6}"/>
          </ac:spMkLst>
        </pc:spChg>
        <pc:picChg chg="mod modCrop">
          <ac:chgData name="sirisha golla" userId="d73da827d9a9552f" providerId="LiveId" clId="{75C11288-9977-4BE4-8D26-6C3C309B65FC}" dt="2026-03-15T17:09:04.868" v="135" actId="14100"/>
          <ac:picMkLst>
            <pc:docMk/>
            <pc:sldMk cId="1399467072" sldId="264"/>
            <ac:picMk id="3" creationId="{D0BC6A0D-ED39-654D-5CDC-44D8D7E9A671}"/>
          </ac:picMkLst>
        </pc:picChg>
      </pc:sldChg>
      <pc:sldChg chg="modSp mod">
        <pc:chgData name="sirisha golla" userId="d73da827d9a9552f" providerId="LiveId" clId="{75C11288-9977-4BE4-8D26-6C3C309B65FC}" dt="2026-03-15T16:59:17.582" v="78" actId="1076"/>
        <pc:sldMkLst>
          <pc:docMk/>
          <pc:sldMk cId="3343917639" sldId="265"/>
        </pc:sldMkLst>
        <pc:spChg chg="mod">
          <ac:chgData name="sirisha golla" userId="d73da827d9a9552f" providerId="LiveId" clId="{75C11288-9977-4BE4-8D26-6C3C309B65FC}" dt="2026-03-15T16:59:17.582" v="78" actId="1076"/>
          <ac:spMkLst>
            <pc:docMk/>
            <pc:sldMk cId="3343917639" sldId="265"/>
            <ac:spMk id="2" creationId="{55C52DA6-47B7-232C-109E-0E85B2B9918B}"/>
          </ac:spMkLst>
        </pc:spChg>
      </pc:sldChg>
      <pc:sldChg chg="addSp modSp new mod ord setBg">
        <pc:chgData name="sirisha golla" userId="d73da827d9a9552f" providerId="LiveId" clId="{75C11288-9977-4BE4-8D26-6C3C309B65FC}" dt="2026-03-15T17:21:49.145" v="163" actId="1076"/>
        <pc:sldMkLst>
          <pc:docMk/>
          <pc:sldMk cId="326822493" sldId="266"/>
        </pc:sldMkLst>
        <pc:spChg chg="add mod">
          <ac:chgData name="sirisha golla" userId="d73da827d9a9552f" providerId="LiveId" clId="{75C11288-9977-4BE4-8D26-6C3C309B65FC}" dt="2026-03-15T17:21:49.145" v="163" actId="1076"/>
          <ac:spMkLst>
            <pc:docMk/>
            <pc:sldMk cId="326822493" sldId="266"/>
            <ac:spMk id="3" creationId="{58CB74C0-FA3C-ABD6-6EDA-699C060CBA4F}"/>
          </ac:spMkLst>
        </pc:spChg>
      </pc:sldChg>
      <pc:sldChg chg="addSp modSp new mod">
        <pc:chgData name="sirisha golla" userId="d73da827d9a9552f" providerId="LiveId" clId="{75C11288-9977-4BE4-8D26-6C3C309B65FC}" dt="2026-03-15T17:03:56.887" v="95" actId="1440"/>
        <pc:sldMkLst>
          <pc:docMk/>
          <pc:sldMk cId="3625130459" sldId="267"/>
        </pc:sldMkLst>
        <pc:spChg chg="add mod">
          <ac:chgData name="sirisha golla" userId="d73da827d9a9552f" providerId="LiveId" clId="{75C11288-9977-4BE4-8D26-6C3C309B65FC}" dt="2026-03-15T17:03:26.312" v="88" actId="115"/>
          <ac:spMkLst>
            <pc:docMk/>
            <pc:sldMk cId="3625130459" sldId="267"/>
            <ac:spMk id="4" creationId="{A991D4AF-B117-72E1-B4A6-D48DA6B3CECF}"/>
          </ac:spMkLst>
        </pc:spChg>
        <pc:picChg chg="add mod">
          <ac:chgData name="sirisha golla" userId="d73da827d9a9552f" providerId="LiveId" clId="{75C11288-9977-4BE4-8D26-6C3C309B65FC}" dt="2026-03-15T17:03:56.887" v="95" actId="1440"/>
          <ac:picMkLst>
            <pc:docMk/>
            <pc:sldMk cId="3625130459" sldId="267"/>
            <ac:picMk id="3" creationId="{B5F00375-4EA3-51D2-385A-7271F430A955}"/>
          </ac:picMkLst>
        </pc:picChg>
      </pc:sldChg>
      <pc:sldChg chg="addSp modSp new mod">
        <pc:chgData name="sirisha golla" userId="d73da827d9a9552f" providerId="LiveId" clId="{75C11288-9977-4BE4-8D26-6C3C309B65FC}" dt="2026-03-15T17:08:46.257" v="130" actId="1076"/>
        <pc:sldMkLst>
          <pc:docMk/>
          <pc:sldMk cId="1174817301" sldId="268"/>
        </pc:sldMkLst>
        <pc:spChg chg="add mod">
          <ac:chgData name="sirisha golla" userId="d73da827d9a9552f" providerId="LiveId" clId="{75C11288-9977-4BE4-8D26-6C3C309B65FC}" dt="2026-03-15T17:07:23.996" v="118" actId="1076"/>
          <ac:spMkLst>
            <pc:docMk/>
            <pc:sldMk cId="1174817301" sldId="268"/>
            <ac:spMk id="2" creationId="{5DAA4F98-D049-7936-89FA-4629FC997A86}"/>
          </ac:spMkLst>
        </pc:spChg>
        <pc:spChg chg="add mod">
          <ac:chgData name="sirisha golla" userId="d73da827d9a9552f" providerId="LiveId" clId="{75C11288-9977-4BE4-8D26-6C3C309B65FC}" dt="2026-03-15T17:08:46.257" v="130" actId="1076"/>
          <ac:spMkLst>
            <pc:docMk/>
            <pc:sldMk cId="1174817301" sldId="268"/>
            <ac:spMk id="3" creationId="{59EAD7A6-CA7E-EC12-F2F7-120A129BC5E4}"/>
          </ac:spMkLst>
        </pc:spChg>
      </pc:sldChg>
      <pc:sldMasterChg chg="setBg modSldLayout">
        <pc:chgData name="sirisha golla" userId="d73da827d9a9552f" providerId="LiveId" clId="{75C11288-9977-4BE4-8D26-6C3C309B65FC}" dt="2026-03-15T17:10:18.647" v="144"/>
        <pc:sldMasterMkLst>
          <pc:docMk/>
          <pc:sldMasterMk cId="283461686" sldId="2147483648"/>
        </pc:sldMasterMkLst>
        <pc:sldLayoutChg chg="setBg">
          <pc:chgData name="sirisha golla" userId="d73da827d9a9552f" providerId="LiveId" clId="{75C11288-9977-4BE4-8D26-6C3C309B65FC}" dt="2026-03-15T17:10:18.647" v="144"/>
          <pc:sldLayoutMkLst>
            <pc:docMk/>
            <pc:sldMasterMk cId="283461686" sldId="2147483648"/>
            <pc:sldLayoutMk cId="4271230871" sldId="2147483649"/>
          </pc:sldLayoutMkLst>
        </pc:sldLayoutChg>
        <pc:sldLayoutChg chg="setBg">
          <pc:chgData name="sirisha golla" userId="d73da827d9a9552f" providerId="LiveId" clId="{75C11288-9977-4BE4-8D26-6C3C309B65FC}" dt="2026-03-15T17:10:18.647" v="144"/>
          <pc:sldLayoutMkLst>
            <pc:docMk/>
            <pc:sldMasterMk cId="283461686" sldId="2147483648"/>
            <pc:sldLayoutMk cId="612782582" sldId="2147483650"/>
          </pc:sldLayoutMkLst>
        </pc:sldLayoutChg>
        <pc:sldLayoutChg chg="setBg">
          <pc:chgData name="sirisha golla" userId="d73da827d9a9552f" providerId="LiveId" clId="{75C11288-9977-4BE4-8D26-6C3C309B65FC}" dt="2026-03-15T17:10:18.647" v="144"/>
          <pc:sldLayoutMkLst>
            <pc:docMk/>
            <pc:sldMasterMk cId="283461686" sldId="2147483648"/>
            <pc:sldLayoutMk cId="2571910464" sldId="2147483651"/>
          </pc:sldLayoutMkLst>
        </pc:sldLayoutChg>
        <pc:sldLayoutChg chg="setBg">
          <pc:chgData name="sirisha golla" userId="d73da827d9a9552f" providerId="LiveId" clId="{75C11288-9977-4BE4-8D26-6C3C309B65FC}" dt="2026-03-15T17:10:18.647" v="144"/>
          <pc:sldLayoutMkLst>
            <pc:docMk/>
            <pc:sldMasterMk cId="283461686" sldId="2147483648"/>
            <pc:sldLayoutMk cId="772687979" sldId="2147483652"/>
          </pc:sldLayoutMkLst>
        </pc:sldLayoutChg>
        <pc:sldLayoutChg chg="setBg">
          <pc:chgData name="sirisha golla" userId="d73da827d9a9552f" providerId="LiveId" clId="{75C11288-9977-4BE4-8D26-6C3C309B65FC}" dt="2026-03-15T17:10:18.647" v="144"/>
          <pc:sldLayoutMkLst>
            <pc:docMk/>
            <pc:sldMasterMk cId="283461686" sldId="2147483648"/>
            <pc:sldLayoutMk cId="3508054712" sldId="2147483653"/>
          </pc:sldLayoutMkLst>
        </pc:sldLayoutChg>
        <pc:sldLayoutChg chg="setBg">
          <pc:chgData name="sirisha golla" userId="d73da827d9a9552f" providerId="LiveId" clId="{75C11288-9977-4BE4-8D26-6C3C309B65FC}" dt="2026-03-15T17:10:18.647" v="144"/>
          <pc:sldLayoutMkLst>
            <pc:docMk/>
            <pc:sldMasterMk cId="283461686" sldId="2147483648"/>
            <pc:sldLayoutMk cId="4144751624" sldId="2147483654"/>
          </pc:sldLayoutMkLst>
        </pc:sldLayoutChg>
        <pc:sldLayoutChg chg="setBg">
          <pc:chgData name="sirisha golla" userId="d73da827d9a9552f" providerId="LiveId" clId="{75C11288-9977-4BE4-8D26-6C3C309B65FC}" dt="2026-03-15T17:10:18.647" v="144"/>
          <pc:sldLayoutMkLst>
            <pc:docMk/>
            <pc:sldMasterMk cId="283461686" sldId="2147483648"/>
            <pc:sldLayoutMk cId="4206798132" sldId="2147483655"/>
          </pc:sldLayoutMkLst>
        </pc:sldLayoutChg>
        <pc:sldLayoutChg chg="setBg">
          <pc:chgData name="sirisha golla" userId="d73da827d9a9552f" providerId="LiveId" clId="{75C11288-9977-4BE4-8D26-6C3C309B65FC}" dt="2026-03-15T17:10:18.647" v="144"/>
          <pc:sldLayoutMkLst>
            <pc:docMk/>
            <pc:sldMasterMk cId="283461686" sldId="2147483648"/>
            <pc:sldLayoutMk cId="1408508993" sldId="2147483656"/>
          </pc:sldLayoutMkLst>
        </pc:sldLayoutChg>
        <pc:sldLayoutChg chg="setBg">
          <pc:chgData name="sirisha golla" userId="d73da827d9a9552f" providerId="LiveId" clId="{75C11288-9977-4BE4-8D26-6C3C309B65FC}" dt="2026-03-15T17:10:18.647" v="144"/>
          <pc:sldLayoutMkLst>
            <pc:docMk/>
            <pc:sldMasterMk cId="283461686" sldId="2147483648"/>
            <pc:sldLayoutMk cId="919882051" sldId="2147483657"/>
          </pc:sldLayoutMkLst>
        </pc:sldLayoutChg>
        <pc:sldLayoutChg chg="setBg">
          <pc:chgData name="sirisha golla" userId="d73da827d9a9552f" providerId="LiveId" clId="{75C11288-9977-4BE4-8D26-6C3C309B65FC}" dt="2026-03-15T17:10:18.647" v="144"/>
          <pc:sldLayoutMkLst>
            <pc:docMk/>
            <pc:sldMasterMk cId="283461686" sldId="2147483648"/>
            <pc:sldLayoutMk cId="3609957733" sldId="2147483658"/>
          </pc:sldLayoutMkLst>
        </pc:sldLayoutChg>
        <pc:sldLayoutChg chg="setBg">
          <pc:chgData name="sirisha golla" userId="d73da827d9a9552f" providerId="LiveId" clId="{75C11288-9977-4BE4-8D26-6C3C309B65FC}" dt="2026-03-15T17:10:18.647" v="144"/>
          <pc:sldLayoutMkLst>
            <pc:docMk/>
            <pc:sldMasterMk cId="283461686" sldId="2147483648"/>
            <pc:sldLayoutMk cId="1119307116"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447A3-D1AF-AC76-E6DF-FCC39960B3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EF1EEB3-69F3-962A-9721-05396C7963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99F2772-7F76-542B-6CFB-0923FCC7EC03}"/>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13734966-1FB9-CD61-FB4F-DDEF871E0A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C9762C-2851-C5E4-5460-469AE6DC58E6}"/>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427123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A42CE-2267-E381-CCD3-15CF39A17F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9803A4-7AD6-9C9E-D5AB-8015B4F9F0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06180D-CDB9-5085-C73D-BA74BD872E70}"/>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8A800730-CE73-7D30-65F5-CC559AE23E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9AFD4-CC44-4C23-AFA3-B248575C8D33}"/>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612782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60A7-6205-C1EA-2196-A477BC793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AA3585-7A53-AAC7-DE77-195E7AB4CE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69741-455F-03FA-92B3-0BB360C6DE80}"/>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5ADAC6C6-56E5-D1A7-2E50-D5DA5978C2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7CAEFD-6AEB-0DD7-1CB0-38D1C072C586}"/>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2571910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300D-B20D-89E8-4018-29DAEC9FC8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388C55-6157-D39E-63D0-C7C3C533AC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A3CE758-9891-DC36-5412-8169BDD649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0232836-FBE9-60AE-ADDC-068B6305C955}"/>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6" name="Footer Placeholder 5">
            <a:extLst>
              <a:ext uri="{FF2B5EF4-FFF2-40B4-BE49-F238E27FC236}">
                <a16:creationId xmlns:a16="http://schemas.microsoft.com/office/drawing/2014/main" id="{946DC921-3F52-00BB-998B-BE7808ABEC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9E7FA1-5FC3-299A-5EA4-BBA9FC4ADBAA}"/>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77268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488F0-5C06-A03D-61E3-5E35114875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D98473-407B-559B-8204-BEA74EAA9A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18E135-3736-1FBB-1D2D-D01E6EF280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2636D0-14A4-B1B4-696F-FD5F82F5B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354ED0-EEC2-2A1B-81C9-03D0685FEB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F40D48-98B3-6BEC-41FC-E01A0A938DB5}"/>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8" name="Footer Placeholder 7">
            <a:extLst>
              <a:ext uri="{FF2B5EF4-FFF2-40B4-BE49-F238E27FC236}">
                <a16:creationId xmlns:a16="http://schemas.microsoft.com/office/drawing/2014/main" id="{EC0C9E29-55A8-AA3F-5833-6B720DF0C98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4E130C-0387-AE71-8BE9-50374A38C000}"/>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3508054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E2A5B-95A4-ACCB-1852-4794E50DAA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73470AA-05F0-DEDD-44E6-14F9508CE787}"/>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4" name="Footer Placeholder 3">
            <a:extLst>
              <a:ext uri="{FF2B5EF4-FFF2-40B4-BE49-F238E27FC236}">
                <a16:creationId xmlns:a16="http://schemas.microsoft.com/office/drawing/2014/main" id="{454FD3D8-4D31-2D24-377E-D64DA91ACE7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058B1F-ABD1-BAC6-40D7-A1EF9391599C}"/>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4144751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40CBB5-00E3-90B7-204C-65EB2F441744}"/>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3" name="Footer Placeholder 2">
            <a:extLst>
              <a:ext uri="{FF2B5EF4-FFF2-40B4-BE49-F238E27FC236}">
                <a16:creationId xmlns:a16="http://schemas.microsoft.com/office/drawing/2014/main" id="{D2AFE87D-F136-DD58-D81C-696153C0F64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93DE5F8-A272-0EF8-E923-B6301DF1AA54}"/>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4206798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2BD4B-72BD-8741-E01B-C052D22D4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96408E-B154-5DC8-AED2-18A3B14A41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FCB8F74-DBDC-BD66-65ED-13484D8CE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35BCBC-CE61-A8E7-9FBF-FD606B49D745}"/>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6" name="Footer Placeholder 5">
            <a:extLst>
              <a:ext uri="{FF2B5EF4-FFF2-40B4-BE49-F238E27FC236}">
                <a16:creationId xmlns:a16="http://schemas.microsoft.com/office/drawing/2014/main" id="{A6FAD275-C9DA-2580-2694-CCAD3E745A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2365D7-B1DA-9791-BCCE-670B1AFFD642}"/>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140850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39E2-2B6C-2661-0C30-2624AEB8F2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1133B0D-1336-084F-C8FA-320CD2F9A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AF660C-A93E-1A56-0CBF-D1FEAA3B0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0DFAAF-C425-7930-4DC6-3B1CE7AFF668}"/>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6" name="Footer Placeholder 5">
            <a:extLst>
              <a:ext uri="{FF2B5EF4-FFF2-40B4-BE49-F238E27FC236}">
                <a16:creationId xmlns:a16="http://schemas.microsoft.com/office/drawing/2014/main" id="{CF0FC620-01A3-B536-019E-47DD03CD43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3F6C7D-F642-8673-FCD1-90510F743EBE}"/>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919882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03F99-B8F4-5000-478D-A5EA7B6831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139369-0D99-B0EA-55DC-8F28F1550F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A42F40-65E1-BD29-D3F5-856CDD4F4DB2}"/>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4E202184-D6A6-A730-78EA-596019185D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11998D-4B76-94F5-8922-45BE7E73528F}"/>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3609957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431C56-51BE-A5CA-3B31-B2DFE2E5F6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4052B3-D36D-A80E-62A6-9D998B8C23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DFE89B-24C6-A22C-EED0-2ACB19859F4A}"/>
              </a:ext>
            </a:extLst>
          </p:cNvPr>
          <p:cNvSpPr>
            <a:spLocks noGrp="1"/>
          </p:cNvSpPr>
          <p:nvPr>
            <p:ph type="dt" sz="half" idx="10"/>
          </p:nvPr>
        </p:nvSpPr>
        <p:spPr/>
        <p:txBody>
          <a:body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6B6FED58-5786-C6B0-4B95-13CD065F59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1144E7-281A-62A7-C16B-763656EADD74}"/>
              </a:ext>
            </a:extLst>
          </p:cNvPr>
          <p:cNvSpPr>
            <a:spLocks noGrp="1"/>
          </p:cNvSpPr>
          <p:nvPr>
            <p:ph type="sldNum" sz="quarter" idx="12"/>
          </p:nvPr>
        </p:nvSpPr>
        <p:spPr/>
        <p:txBody>
          <a:bodyPr/>
          <a:lstStyle/>
          <a:p>
            <a:fld id="{942C4588-C160-43D3-91A7-E2578C5E5B07}" type="slidenum">
              <a:rPr lang="en-IN" smtClean="0"/>
              <a:t>‹#›</a:t>
            </a:fld>
            <a:endParaRPr lang="en-IN"/>
          </a:p>
        </p:txBody>
      </p:sp>
    </p:spTree>
    <p:extLst>
      <p:ext uri="{BB962C8B-B14F-4D97-AF65-F5344CB8AC3E}">
        <p14:creationId xmlns:p14="http://schemas.microsoft.com/office/powerpoint/2010/main" val="111930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398E09-03F7-5C14-6676-882EC059D1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BBAC8F-F4FA-0B31-F320-26670A8DB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D8490C-FA08-98E3-B463-53960DBC89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1F57DB-EE1C-49B7-8713-252D649D1F3F}" type="datetimeFigureOut">
              <a:rPr lang="en-IN" smtClean="0"/>
              <a:t>15-03-2026</a:t>
            </a:fld>
            <a:endParaRPr lang="en-IN"/>
          </a:p>
        </p:txBody>
      </p:sp>
      <p:sp>
        <p:nvSpPr>
          <p:cNvPr id="5" name="Footer Placeholder 4">
            <a:extLst>
              <a:ext uri="{FF2B5EF4-FFF2-40B4-BE49-F238E27FC236}">
                <a16:creationId xmlns:a16="http://schemas.microsoft.com/office/drawing/2014/main" id="{92C3D7FA-383B-1EA4-A021-F38A045CD9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3CEEC9-561B-89FB-DD25-D66187915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2C4588-C160-43D3-91A7-E2578C5E5B07}" type="slidenum">
              <a:rPr lang="en-IN" smtClean="0"/>
              <a:t>‹#›</a:t>
            </a:fld>
            <a:endParaRPr lang="en-IN"/>
          </a:p>
        </p:txBody>
      </p:sp>
    </p:spTree>
    <p:extLst>
      <p:ext uri="{BB962C8B-B14F-4D97-AF65-F5344CB8AC3E}">
        <p14:creationId xmlns:p14="http://schemas.microsoft.com/office/powerpoint/2010/main" val="283461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CB74C0-FA3C-ABD6-6EDA-699C060CBA4F}"/>
              </a:ext>
            </a:extLst>
          </p:cNvPr>
          <p:cNvSpPr txBox="1"/>
          <p:nvPr/>
        </p:nvSpPr>
        <p:spPr>
          <a:xfrm>
            <a:off x="707305" y="1916489"/>
            <a:ext cx="10620963" cy="1754326"/>
          </a:xfrm>
          <a:prstGeom prst="rect">
            <a:avLst/>
          </a:prstGeom>
          <a:pattFill prst="pct5">
            <a:fgClr>
              <a:schemeClr val="accent2">
                <a:lumMod val="20000"/>
                <a:lumOff val="80000"/>
              </a:schemeClr>
            </a:fgClr>
            <a:bgClr>
              <a:schemeClr val="bg1"/>
            </a:bgClr>
          </a:pattFill>
        </p:spPr>
        <p:txBody>
          <a:bodyPr wrap="square">
            <a:spAutoFit/>
          </a:bodyPr>
          <a:lstStyle/>
          <a:p>
            <a:pPr algn="ctr"/>
            <a:r>
              <a:rPr lang="en-US" sz="5400" b="1" dirty="0">
                <a:solidFill>
                  <a:schemeClr val="tx1">
                    <a:lumMod val="85000"/>
                    <a:lumOff val="15000"/>
                  </a:schemeClr>
                </a:solidFill>
                <a:latin typeface="Cooper Black" panose="0208090404030B020404" pitchFamily="18" charset="0"/>
              </a:rPr>
              <a:t>REAL TIME    RESEARCH PROJECT </a:t>
            </a:r>
            <a:endParaRPr lang="en-IN" sz="5400" dirty="0">
              <a:solidFill>
                <a:schemeClr val="tx1">
                  <a:lumMod val="85000"/>
                  <a:lumOff val="15000"/>
                </a:schemeClr>
              </a:solidFill>
            </a:endParaRPr>
          </a:p>
        </p:txBody>
      </p:sp>
    </p:spTree>
    <p:extLst>
      <p:ext uri="{BB962C8B-B14F-4D97-AF65-F5344CB8AC3E}">
        <p14:creationId xmlns:p14="http://schemas.microsoft.com/office/powerpoint/2010/main" val="326822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A9BB36-97CF-B1B5-D4F9-0741DE981018}"/>
              </a:ext>
            </a:extLst>
          </p:cNvPr>
          <p:cNvSpPr>
            <a:spLocks noGrp="1"/>
          </p:cNvSpPr>
          <p:nvPr>
            <p:ph type="ctrTitle"/>
          </p:nvPr>
        </p:nvSpPr>
        <p:spPr>
          <a:xfrm>
            <a:off x="800885" y="1819275"/>
            <a:ext cx="10590229" cy="2178002"/>
          </a:xfrm>
          <a:pattFill prst="pct5">
            <a:fgClr>
              <a:schemeClr val="accent2">
                <a:lumMod val="20000"/>
                <a:lumOff val="80000"/>
              </a:schemeClr>
            </a:fgClr>
            <a:bgClr>
              <a:schemeClr val="bg1"/>
            </a:bgClr>
          </a:pattFill>
        </p:spPr>
        <p:txBody>
          <a:bodyPr>
            <a:normAutofit fontScale="90000"/>
          </a:bodyPr>
          <a:lstStyle/>
          <a:p>
            <a:r>
              <a:rPr lang="en-GB" sz="5400" b="1" dirty="0">
                <a:latin typeface="Algerian" panose="04020705040A02060702" pitchFamily="82" charset="0"/>
              </a:rPr>
              <a:t>Early Detection of Human Diseases Using Artificial Intelligence</a:t>
            </a:r>
            <a:endParaRPr lang="en-IN" sz="5400" b="1" dirty="0">
              <a:latin typeface="Algerian" panose="04020705040A02060702" pitchFamily="82" charset="0"/>
            </a:endParaRPr>
          </a:p>
        </p:txBody>
      </p:sp>
      <p:sp>
        <p:nvSpPr>
          <p:cNvPr id="5" name="Subtitle 4">
            <a:extLst>
              <a:ext uri="{FF2B5EF4-FFF2-40B4-BE49-F238E27FC236}">
                <a16:creationId xmlns:a16="http://schemas.microsoft.com/office/drawing/2014/main" id="{670AA63E-4C51-A508-2407-610525760AB8}"/>
              </a:ext>
            </a:extLst>
          </p:cNvPr>
          <p:cNvSpPr>
            <a:spLocks noGrp="1"/>
          </p:cNvSpPr>
          <p:nvPr>
            <p:ph type="subTitle" idx="1"/>
          </p:nvPr>
        </p:nvSpPr>
        <p:spPr>
          <a:xfrm>
            <a:off x="1524000" y="4207617"/>
            <a:ext cx="9144000" cy="1655762"/>
          </a:xfrm>
        </p:spPr>
        <p:txBody>
          <a:bodyPr>
            <a:normAutofit/>
          </a:bodyPr>
          <a:lstStyle/>
          <a:p>
            <a:r>
              <a:rPr lang="en-GB" dirty="0"/>
              <a:t>Advances in Artificial Intelligence and Blockchain Technologies for Early Detection of Human Diseases</a:t>
            </a:r>
            <a:endParaRPr lang="en-IN" dirty="0"/>
          </a:p>
        </p:txBody>
      </p:sp>
      <p:sp>
        <p:nvSpPr>
          <p:cNvPr id="2" name="TextBox 1">
            <a:extLst>
              <a:ext uri="{FF2B5EF4-FFF2-40B4-BE49-F238E27FC236}">
                <a16:creationId xmlns:a16="http://schemas.microsoft.com/office/drawing/2014/main" id="{03A7C1AC-0CD3-5447-8432-795C7983A86D}"/>
              </a:ext>
            </a:extLst>
          </p:cNvPr>
          <p:cNvSpPr txBox="1"/>
          <p:nvPr/>
        </p:nvSpPr>
        <p:spPr>
          <a:xfrm>
            <a:off x="210820" y="994621"/>
            <a:ext cx="1313180" cy="646331"/>
          </a:xfrm>
          <a:prstGeom prst="rect">
            <a:avLst/>
          </a:prstGeom>
          <a:noFill/>
        </p:spPr>
        <p:txBody>
          <a:bodyPr wrap="none" rtlCol="0">
            <a:spAutoFit/>
          </a:bodyPr>
          <a:lstStyle/>
          <a:p>
            <a:r>
              <a:rPr lang="en-GB" sz="3600" b="1" u="sng" dirty="0"/>
              <a:t>TITLE:</a:t>
            </a:r>
            <a:endParaRPr lang="en-IN" sz="3600" b="1" u="sng" dirty="0"/>
          </a:p>
        </p:txBody>
      </p:sp>
    </p:spTree>
    <p:extLst>
      <p:ext uri="{BB962C8B-B14F-4D97-AF65-F5344CB8AC3E}">
        <p14:creationId xmlns:p14="http://schemas.microsoft.com/office/powerpoint/2010/main" val="1300791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TextBox 1">
            <a:extLst>
              <a:ext uri="{FF2B5EF4-FFF2-40B4-BE49-F238E27FC236}">
                <a16:creationId xmlns:a16="http://schemas.microsoft.com/office/drawing/2014/main" id="{30D63E67-34BC-A167-ED9D-F7A709910D63}"/>
              </a:ext>
            </a:extLst>
          </p:cNvPr>
          <p:cNvSpPr txBox="1"/>
          <p:nvPr/>
        </p:nvSpPr>
        <p:spPr>
          <a:xfrm>
            <a:off x="443060" y="428920"/>
            <a:ext cx="3289954" cy="769441"/>
          </a:xfrm>
          <a:prstGeom prst="rect">
            <a:avLst/>
          </a:prstGeom>
        </p:spPr>
        <p:txBody>
          <a:bodyPr wrap="square" rtlCol="0">
            <a:spAutoFit/>
          </a:bodyPr>
          <a:lstStyle/>
          <a:p>
            <a:r>
              <a:rPr lang="en-IN" sz="4400" b="1" u="sng" dirty="0">
                <a:latin typeface="Algerian" panose="04020705040A02060702" pitchFamily="82" charset="0"/>
              </a:rPr>
              <a:t>Abstract:</a:t>
            </a:r>
          </a:p>
        </p:txBody>
      </p:sp>
      <p:sp>
        <p:nvSpPr>
          <p:cNvPr id="3" name="TextBox 2">
            <a:extLst>
              <a:ext uri="{FF2B5EF4-FFF2-40B4-BE49-F238E27FC236}">
                <a16:creationId xmlns:a16="http://schemas.microsoft.com/office/drawing/2014/main" id="{3FB138B4-372D-BD0F-E3EF-EEBCFE2E825F}"/>
              </a:ext>
            </a:extLst>
          </p:cNvPr>
          <p:cNvSpPr txBox="1"/>
          <p:nvPr/>
        </p:nvSpPr>
        <p:spPr>
          <a:xfrm>
            <a:off x="241955" y="1329180"/>
            <a:ext cx="11708090" cy="3323987"/>
          </a:xfrm>
          <a:prstGeom prst="rect">
            <a:avLst/>
          </a:prstGeom>
          <a:noFill/>
        </p:spPr>
        <p:txBody>
          <a:bodyPr wrap="square" rtlCol="0">
            <a:spAutoFit/>
          </a:bodyPr>
          <a:lstStyle/>
          <a:p>
            <a:pPr marL="285750" indent="-285750" algn="just">
              <a:buFont typeface="Arial" panose="020B0604020202020204" pitchFamily="34" charset="0"/>
              <a:buChar char="•"/>
            </a:pPr>
            <a:r>
              <a:rPr lang="en-GB" sz="2400" dirty="0"/>
              <a:t>Healthcare systems require </a:t>
            </a:r>
            <a:r>
              <a:rPr lang="en-GB" sz="2400" b="1" dirty="0"/>
              <a:t>early detection of diseases</a:t>
            </a:r>
            <a:r>
              <a:rPr lang="en-GB" sz="2400" dirty="0"/>
              <a:t> to improve treatment outcomes.</a:t>
            </a:r>
          </a:p>
          <a:p>
            <a:pPr marL="285750" indent="-285750" algn="just">
              <a:buFont typeface="Arial" panose="020B0604020202020204" pitchFamily="34" charset="0"/>
              <a:buChar char="•"/>
            </a:pPr>
            <a:r>
              <a:rPr lang="en-GB" sz="2400" dirty="0"/>
              <a:t>Manual analysis of medical data is </a:t>
            </a:r>
            <a:r>
              <a:rPr lang="en-GB" sz="2400" b="1" dirty="0"/>
              <a:t>time-consuming and error-prone</a:t>
            </a:r>
            <a:r>
              <a:rPr lang="en-GB" sz="2400" dirty="0"/>
              <a:t>.</a:t>
            </a:r>
          </a:p>
          <a:p>
            <a:pPr marL="285750" indent="-285750" algn="just">
              <a:buFont typeface="Arial" panose="020B0604020202020204" pitchFamily="34" charset="0"/>
              <a:buChar char="•"/>
            </a:pPr>
            <a:r>
              <a:rPr lang="en-GB" sz="2400" dirty="0"/>
              <a:t>This project uses </a:t>
            </a:r>
            <a:r>
              <a:rPr lang="en-GB" sz="2400" b="1" dirty="0"/>
              <a:t>Artificial Intelligence and Machine Learning algorithms</a:t>
            </a:r>
            <a:r>
              <a:rPr lang="en-GB" sz="2400" dirty="0"/>
              <a:t> to detect diseases at an early stage.</a:t>
            </a:r>
          </a:p>
          <a:p>
            <a:pPr marL="285750" indent="-285750" algn="just">
              <a:buFont typeface="Arial" panose="020B0604020202020204" pitchFamily="34" charset="0"/>
              <a:buChar char="•"/>
            </a:pPr>
            <a:r>
              <a:rPr lang="en-GB" sz="2400" dirty="0"/>
              <a:t>The system </a:t>
            </a:r>
            <a:r>
              <a:rPr lang="en-GB" sz="2400" dirty="0" err="1"/>
              <a:t>analyzes</a:t>
            </a:r>
            <a:r>
              <a:rPr lang="en-GB" sz="2400" dirty="0"/>
              <a:t> datasets and predicts diseases using models like </a:t>
            </a:r>
            <a:r>
              <a:rPr lang="en-GB" sz="2400" b="1" dirty="0"/>
              <a:t>ANN, SVM, Random Forest, Gradient Boosting, and KNN</a:t>
            </a:r>
            <a:r>
              <a:rPr lang="en-GB" sz="2400" dirty="0"/>
              <a:t>.</a:t>
            </a:r>
          </a:p>
          <a:p>
            <a:pPr marL="285750" indent="-285750" algn="just">
              <a:buFont typeface="Arial" panose="020B0604020202020204" pitchFamily="34" charset="0"/>
              <a:buChar char="•"/>
            </a:pPr>
            <a:r>
              <a:rPr lang="en-GB" sz="2400" dirty="0"/>
              <a:t>It provides </a:t>
            </a:r>
            <a:r>
              <a:rPr lang="en-GB" sz="2400" b="1" dirty="0"/>
              <a:t>accurate predictions and comparison of model performance</a:t>
            </a:r>
            <a:r>
              <a:rPr lang="en-GB" sz="2400" dirty="0"/>
              <a:t>.</a:t>
            </a:r>
          </a:p>
          <a:p>
            <a:pPr marL="285750" indent="-285750" algn="just">
              <a:buFont typeface="Arial" panose="020B0604020202020204" pitchFamily="34" charset="0"/>
              <a:buChar char="•"/>
            </a:pPr>
            <a:endParaRPr lang="en-GB" sz="2400" b="1" dirty="0"/>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121412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E188D7-AB86-186E-9997-E9172FE23FA0}"/>
              </a:ext>
            </a:extLst>
          </p:cNvPr>
          <p:cNvSpPr txBox="1"/>
          <p:nvPr/>
        </p:nvSpPr>
        <p:spPr>
          <a:xfrm>
            <a:off x="348792" y="601656"/>
            <a:ext cx="5011308" cy="1046440"/>
          </a:xfrm>
          <a:prstGeom prst="rect">
            <a:avLst/>
          </a:prstGeom>
          <a:noFill/>
        </p:spPr>
        <p:txBody>
          <a:bodyPr wrap="none" rtlCol="0">
            <a:spAutoFit/>
          </a:bodyPr>
          <a:lstStyle/>
          <a:p>
            <a:r>
              <a:rPr lang="en-IN" sz="4400" b="1" u="sng" dirty="0">
                <a:latin typeface="Algerian" panose="04020705040A02060702" pitchFamily="82" charset="0"/>
              </a:rPr>
              <a:t>Existing System:</a:t>
            </a:r>
          </a:p>
          <a:p>
            <a:endParaRPr lang="en-IN" dirty="0"/>
          </a:p>
        </p:txBody>
      </p:sp>
      <p:sp>
        <p:nvSpPr>
          <p:cNvPr id="5" name="Rectangle 2">
            <a:extLst>
              <a:ext uri="{FF2B5EF4-FFF2-40B4-BE49-F238E27FC236}">
                <a16:creationId xmlns:a16="http://schemas.microsoft.com/office/drawing/2014/main" id="{AC11E3BE-55C0-4ECA-D3DA-542F1B0A5300}"/>
              </a:ext>
            </a:extLst>
          </p:cNvPr>
          <p:cNvSpPr>
            <a:spLocks noChangeArrowheads="1"/>
          </p:cNvSpPr>
          <p:nvPr/>
        </p:nvSpPr>
        <p:spPr bwMode="auto">
          <a:xfrm>
            <a:off x="219959" y="1648096"/>
            <a:ext cx="1197204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Traditional healthcare systems depend mostly on </a:t>
            </a:r>
            <a:r>
              <a:rPr kumimoji="0" lang="en-US" altLang="en-US" sz="2800" b="1" i="0" u="none" strike="noStrike" cap="none" normalizeH="0" baseline="0" dirty="0">
                <a:ln>
                  <a:noFill/>
                </a:ln>
                <a:solidFill>
                  <a:schemeClr val="tx1"/>
                </a:solidFill>
                <a:effectLst/>
                <a:latin typeface="Arial" panose="020B0604020202020204" pitchFamily="34" charset="0"/>
              </a:rPr>
              <a:t>manual    diagnosis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Doctors analyze symptoms and reports manually.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Limited use of </a:t>
            </a:r>
            <a:r>
              <a:rPr kumimoji="0" lang="en-US" altLang="en-US" sz="2800" b="1" i="0" u="none" strike="noStrike" cap="none" normalizeH="0" baseline="0" dirty="0">
                <a:ln>
                  <a:noFill/>
                </a:ln>
                <a:solidFill>
                  <a:schemeClr val="tx1"/>
                </a:solidFill>
                <a:effectLst/>
                <a:latin typeface="Arial" panose="020B0604020202020204" pitchFamily="34" charset="0"/>
              </a:rPr>
              <a:t>automated prediction systems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Difficult to analyze </a:t>
            </a:r>
            <a:r>
              <a:rPr kumimoji="0" lang="en-US" altLang="en-US" sz="2800" b="1" i="0" u="none" strike="noStrike" cap="none" normalizeH="0" baseline="0" dirty="0">
                <a:ln>
                  <a:noFill/>
                </a:ln>
                <a:solidFill>
                  <a:schemeClr val="tx1"/>
                </a:solidFill>
                <a:effectLst/>
                <a:latin typeface="Arial" panose="020B0604020202020204" pitchFamily="34" charset="0"/>
              </a:rPr>
              <a:t>large medical datasets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Decision making becomes slow</a:t>
            </a:r>
            <a:r>
              <a:rPr kumimoji="0" lang="en-US" altLang="en-US" sz="32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98453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39368F-95E4-9AEE-13B4-7B61B48EF054}"/>
              </a:ext>
            </a:extLst>
          </p:cNvPr>
          <p:cNvSpPr txBox="1"/>
          <p:nvPr/>
        </p:nvSpPr>
        <p:spPr>
          <a:xfrm>
            <a:off x="197962" y="537329"/>
            <a:ext cx="10479151" cy="769441"/>
          </a:xfrm>
          <a:prstGeom prst="rect">
            <a:avLst/>
          </a:prstGeom>
          <a:noFill/>
        </p:spPr>
        <p:txBody>
          <a:bodyPr wrap="none" rtlCol="0">
            <a:spAutoFit/>
          </a:bodyPr>
          <a:lstStyle/>
          <a:p>
            <a:r>
              <a:rPr lang="en-IN" sz="4400" b="1" u="sng" dirty="0">
                <a:latin typeface="Algerian" panose="04020705040A02060702" pitchFamily="82" charset="0"/>
              </a:rPr>
              <a:t>Disadvantages of Existing System</a:t>
            </a:r>
            <a:r>
              <a:rPr lang="en-IN" sz="4400" b="1" u="sng" dirty="0"/>
              <a:t>:</a:t>
            </a:r>
          </a:p>
        </p:txBody>
      </p:sp>
      <p:sp>
        <p:nvSpPr>
          <p:cNvPr id="4" name="TextBox 3">
            <a:extLst>
              <a:ext uri="{FF2B5EF4-FFF2-40B4-BE49-F238E27FC236}">
                <a16:creationId xmlns:a16="http://schemas.microsoft.com/office/drawing/2014/main" id="{A4D93D3D-AED1-1B26-F7EB-E73161FD1FEB}"/>
              </a:ext>
            </a:extLst>
          </p:cNvPr>
          <p:cNvSpPr txBox="1"/>
          <p:nvPr/>
        </p:nvSpPr>
        <p:spPr>
          <a:xfrm>
            <a:off x="414780" y="1483003"/>
            <a:ext cx="7751866" cy="3139321"/>
          </a:xfrm>
          <a:prstGeom prst="rect">
            <a:avLst/>
          </a:prstGeom>
          <a:noFill/>
        </p:spPr>
        <p:txBody>
          <a:bodyPr wrap="none" rtlCol="0">
            <a:spAutoFit/>
          </a:bodyPr>
          <a:lstStyle/>
          <a:p>
            <a:pPr marL="457200" indent="-457200">
              <a:buFont typeface="Arial" panose="020B0604020202020204" pitchFamily="34" charset="0"/>
              <a:buChar char="•"/>
            </a:pPr>
            <a:r>
              <a:rPr lang="en-GB" sz="3600" dirty="0"/>
              <a:t>Time-consuming process.</a:t>
            </a:r>
          </a:p>
          <a:p>
            <a:pPr marL="457200" indent="-457200">
              <a:buFont typeface="Arial" panose="020B0604020202020204" pitchFamily="34" charset="0"/>
              <a:buChar char="•"/>
            </a:pPr>
            <a:r>
              <a:rPr lang="en-GB" sz="3600" dirty="0"/>
              <a:t>Higher chances of human error.</a:t>
            </a:r>
          </a:p>
          <a:p>
            <a:pPr marL="457200" indent="-457200">
              <a:buFont typeface="Arial" panose="020B0604020202020204" pitchFamily="34" charset="0"/>
              <a:buChar char="•"/>
            </a:pPr>
            <a:r>
              <a:rPr lang="en-GB" sz="3600" dirty="0"/>
              <a:t>Difficult to manage large datasets.</a:t>
            </a:r>
          </a:p>
          <a:p>
            <a:pPr marL="457200" indent="-457200">
              <a:buFont typeface="Arial" panose="020B0604020202020204" pitchFamily="34" charset="0"/>
              <a:buChar char="•"/>
            </a:pPr>
            <a:r>
              <a:rPr lang="en-GB" sz="3600" dirty="0"/>
              <a:t>Lack of automated disease prediction.</a:t>
            </a:r>
          </a:p>
          <a:p>
            <a:pPr marL="457200" indent="-457200">
              <a:buFont typeface="Arial" panose="020B0604020202020204" pitchFamily="34" charset="0"/>
              <a:buChar char="•"/>
            </a:pPr>
            <a:r>
              <a:rPr lang="en-GB" sz="3600" dirty="0"/>
              <a:t>Limited decision support for doctors.</a:t>
            </a:r>
          </a:p>
          <a:p>
            <a:endParaRPr lang="en-IN" dirty="0"/>
          </a:p>
        </p:txBody>
      </p:sp>
    </p:spTree>
    <p:extLst>
      <p:ext uri="{BB962C8B-B14F-4D97-AF65-F5344CB8AC3E}">
        <p14:creationId xmlns:p14="http://schemas.microsoft.com/office/powerpoint/2010/main" val="4207796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15F948-86A7-B93D-6942-5C51B7751BC2}"/>
              </a:ext>
            </a:extLst>
          </p:cNvPr>
          <p:cNvSpPr txBox="1"/>
          <p:nvPr/>
        </p:nvSpPr>
        <p:spPr>
          <a:xfrm>
            <a:off x="358219" y="386498"/>
            <a:ext cx="5291833" cy="769441"/>
          </a:xfrm>
          <a:prstGeom prst="rect">
            <a:avLst/>
          </a:prstGeom>
          <a:noFill/>
        </p:spPr>
        <p:txBody>
          <a:bodyPr wrap="none" rtlCol="0">
            <a:spAutoFit/>
          </a:bodyPr>
          <a:lstStyle/>
          <a:p>
            <a:r>
              <a:rPr lang="en-IN" sz="4400" b="1" u="sng" dirty="0">
                <a:latin typeface="Algerian" panose="04020705040A02060702" pitchFamily="82" charset="0"/>
              </a:rPr>
              <a:t>Proposed System:</a:t>
            </a:r>
          </a:p>
        </p:txBody>
      </p:sp>
      <p:sp>
        <p:nvSpPr>
          <p:cNvPr id="3" name="TextBox 2">
            <a:extLst>
              <a:ext uri="{FF2B5EF4-FFF2-40B4-BE49-F238E27FC236}">
                <a16:creationId xmlns:a16="http://schemas.microsoft.com/office/drawing/2014/main" id="{2EE3BECE-B491-355D-F668-133BFDCC166B}"/>
              </a:ext>
            </a:extLst>
          </p:cNvPr>
          <p:cNvSpPr txBox="1"/>
          <p:nvPr/>
        </p:nvSpPr>
        <p:spPr>
          <a:xfrm>
            <a:off x="254308" y="1555422"/>
            <a:ext cx="10709085" cy="2893100"/>
          </a:xfrm>
          <a:prstGeom prst="rect">
            <a:avLst/>
          </a:prstGeom>
          <a:noFill/>
        </p:spPr>
        <p:txBody>
          <a:bodyPr wrap="none" rtlCol="0">
            <a:spAutoFit/>
          </a:bodyPr>
          <a:lstStyle/>
          <a:p>
            <a:pPr marL="457200" indent="-457200">
              <a:buFont typeface="Arial" panose="020B0604020202020204" pitchFamily="34" charset="0"/>
              <a:buChar char="•"/>
            </a:pPr>
            <a:r>
              <a:rPr lang="en-GB" sz="3200" dirty="0"/>
              <a:t>Development of a </a:t>
            </a:r>
            <a:r>
              <a:rPr lang="en-GB" sz="3200" b="1" dirty="0"/>
              <a:t>web-based disease prediction system</a:t>
            </a:r>
            <a:r>
              <a:rPr lang="en-GB" sz="3200" dirty="0"/>
              <a:t>.</a:t>
            </a:r>
          </a:p>
          <a:p>
            <a:pPr marL="457200" indent="-457200">
              <a:buFont typeface="Arial" panose="020B0604020202020204" pitchFamily="34" charset="0"/>
              <a:buChar char="•"/>
            </a:pPr>
            <a:r>
              <a:rPr lang="en-GB" sz="3200" dirty="0"/>
              <a:t>Uses </a:t>
            </a:r>
            <a:r>
              <a:rPr lang="en-GB" sz="3200" b="1" dirty="0"/>
              <a:t>machine learning algorithms</a:t>
            </a:r>
            <a:r>
              <a:rPr lang="en-GB" sz="3200" dirty="0"/>
              <a:t> to </a:t>
            </a:r>
            <a:r>
              <a:rPr lang="en-GB" sz="3200" dirty="0" err="1"/>
              <a:t>analyze</a:t>
            </a:r>
            <a:r>
              <a:rPr lang="en-GB" sz="3200" dirty="0"/>
              <a:t> datasets.</a:t>
            </a:r>
          </a:p>
          <a:p>
            <a:pPr marL="457200" indent="-457200">
              <a:buFont typeface="Arial" panose="020B0604020202020204" pitchFamily="34" charset="0"/>
              <a:buChar char="•"/>
            </a:pPr>
            <a:r>
              <a:rPr lang="en-GB" sz="3200" dirty="0"/>
              <a:t>Allows dataset upload, training, and testing of models.</a:t>
            </a:r>
          </a:p>
          <a:p>
            <a:pPr marL="457200" indent="-457200">
              <a:buFont typeface="Arial" panose="020B0604020202020204" pitchFamily="34" charset="0"/>
              <a:buChar char="•"/>
            </a:pPr>
            <a:r>
              <a:rPr lang="en-GB" sz="3200" dirty="0"/>
              <a:t>Compares performance of different algorithms.</a:t>
            </a:r>
          </a:p>
          <a:p>
            <a:pPr marL="457200" indent="-457200">
              <a:buFont typeface="Arial" panose="020B0604020202020204" pitchFamily="34" charset="0"/>
              <a:buChar char="•"/>
            </a:pPr>
            <a:r>
              <a:rPr lang="en-GB" sz="3200" dirty="0"/>
              <a:t>Displays prediction results through a </a:t>
            </a:r>
            <a:r>
              <a:rPr lang="en-GB" sz="3200" b="1" dirty="0"/>
              <a:t>user-friendly interface</a:t>
            </a:r>
            <a:r>
              <a:rPr lang="en-GB" sz="3600" dirty="0"/>
              <a:t>.</a:t>
            </a:r>
          </a:p>
          <a:p>
            <a:endParaRPr lang="en-IN" dirty="0"/>
          </a:p>
        </p:txBody>
      </p:sp>
    </p:spTree>
    <p:extLst>
      <p:ext uri="{BB962C8B-B14F-4D97-AF65-F5344CB8AC3E}">
        <p14:creationId xmlns:p14="http://schemas.microsoft.com/office/powerpoint/2010/main" val="879428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F00375-4EA3-51D2-385A-7271F430A9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6546" y="1714355"/>
            <a:ext cx="6078908" cy="443542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A991D4AF-B117-72E1-B4A6-D48DA6B3CECF}"/>
              </a:ext>
            </a:extLst>
          </p:cNvPr>
          <p:cNvSpPr txBox="1"/>
          <p:nvPr/>
        </p:nvSpPr>
        <p:spPr>
          <a:xfrm>
            <a:off x="254524" y="273378"/>
            <a:ext cx="6078908" cy="769441"/>
          </a:xfrm>
          <a:prstGeom prst="rect">
            <a:avLst/>
          </a:prstGeom>
          <a:noFill/>
        </p:spPr>
        <p:txBody>
          <a:bodyPr wrap="none" rtlCol="0">
            <a:spAutoFit/>
          </a:bodyPr>
          <a:lstStyle/>
          <a:p>
            <a:r>
              <a:rPr lang="en-US" sz="4400" b="1" u="sng" dirty="0">
                <a:latin typeface="Algerian" panose="04020705040A02060702" pitchFamily="82" charset="0"/>
              </a:rPr>
              <a:t>Data Flow Diagram</a:t>
            </a:r>
            <a:r>
              <a:rPr lang="en-US" sz="4400" u="sng" dirty="0">
                <a:latin typeface="Algerian" panose="04020705040A02060702" pitchFamily="82" charset="0"/>
              </a:rPr>
              <a:t> </a:t>
            </a:r>
            <a:endParaRPr lang="en-IN" sz="4400" u="sng" dirty="0">
              <a:latin typeface="Algerian" panose="04020705040A02060702" pitchFamily="82" charset="0"/>
            </a:endParaRPr>
          </a:p>
        </p:txBody>
      </p:sp>
    </p:spTree>
    <p:extLst>
      <p:ext uri="{BB962C8B-B14F-4D97-AF65-F5344CB8AC3E}">
        <p14:creationId xmlns:p14="http://schemas.microsoft.com/office/powerpoint/2010/main" val="3625130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89FF5E-6406-6957-A416-8CD531216C42}"/>
              </a:ext>
            </a:extLst>
          </p:cNvPr>
          <p:cNvSpPr txBox="1"/>
          <p:nvPr/>
        </p:nvSpPr>
        <p:spPr>
          <a:xfrm>
            <a:off x="556182" y="546755"/>
            <a:ext cx="4025461" cy="769441"/>
          </a:xfrm>
          <a:prstGeom prst="rect">
            <a:avLst/>
          </a:prstGeom>
          <a:noFill/>
        </p:spPr>
        <p:txBody>
          <a:bodyPr wrap="none" rtlCol="0">
            <a:spAutoFit/>
          </a:bodyPr>
          <a:lstStyle/>
          <a:p>
            <a:r>
              <a:rPr lang="en-IN" sz="4400" b="1" u="sng" dirty="0">
                <a:latin typeface="Algerian" panose="04020705040A02060702" pitchFamily="82" charset="0"/>
              </a:rPr>
              <a:t>Advantages:</a:t>
            </a:r>
          </a:p>
        </p:txBody>
      </p:sp>
      <p:sp>
        <p:nvSpPr>
          <p:cNvPr id="3" name="TextBox 2">
            <a:extLst>
              <a:ext uri="{FF2B5EF4-FFF2-40B4-BE49-F238E27FC236}">
                <a16:creationId xmlns:a16="http://schemas.microsoft.com/office/drawing/2014/main" id="{30E1CA1F-F202-3C3E-0BCB-34EFFB08C2B2}"/>
              </a:ext>
            </a:extLst>
          </p:cNvPr>
          <p:cNvSpPr txBox="1"/>
          <p:nvPr/>
        </p:nvSpPr>
        <p:spPr>
          <a:xfrm>
            <a:off x="556182" y="1649691"/>
            <a:ext cx="6707092" cy="2831544"/>
          </a:xfrm>
          <a:prstGeom prst="rect">
            <a:avLst/>
          </a:prstGeom>
          <a:noFill/>
        </p:spPr>
        <p:txBody>
          <a:bodyPr wrap="none" rtlCol="0">
            <a:spAutoFit/>
          </a:bodyPr>
          <a:lstStyle/>
          <a:p>
            <a:pPr marL="457200" indent="-457200">
              <a:buFont typeface="Arial" panose="020B0604020202020204" pitchFamily="34" charset="0"/>
              <a:buChar char="•"/>
            </a:pPr>
            <a:r>
              <a:rPr lang="en-GB" sz="3200" dirty="0"/>
              <a:t>Helps in </a:t>
            </a:r>
            <a:r>
              <a:rPr lang="en-GB" sz="3200" b="1" dirty="0"/>
              <a:t>early detection of diseases</a:t>
            </a:r>
            <a:r>
              <a:rPr lang="en-GB" sz="3200" dirty="0"/>
              <a:t>.</a:t>
            </a:r>
          </a:p>
          <a:p>
            <a:pPr marL="457200" indent="-457200">
              <a:buFont typeface="Arial" panose="020B0604020202020204" pitchFamily="34" charset="0"/>
              <a:buChar char="•"/>
            </a:pPr>
            <a:r>
              <a:rPr lang="en-GB" sz="3200" dirty="0"/>
              <a:t>Faster analysis of medical data.</a:t>
            </a:r>
          </a:p>
          <a:p>
            <a:pPr marL="457200" indent="-457200">
              <a:buFont typeface="Arial" panose="020B0604020202020204" pitchFamily="34" charset="0"/>
              <a:buChar char="•"/>
            </a:pPr>
            <a:r>
              <a:rPr lang="en-GB" sz="3200" dirty="0"/>
              <a:t>Improved prediction accuracy.</a:t>
            </a:r>
          </a:p>
          <a:p>
            <a:pPr marL="457200" indent="-457200">
              <a:buFont typeface="Arial" panose="020B0604020202020204" pitchFamily="34" charset="0"/>
              <a:buChar char="•"/>
            </a:pPr>
            <a:r>
              <a:rPr lang="en-GB" sz="3200" dirty="0"/>
              <a:t>Easy dataset management.</a:t>
            </a:r>
          </a:p>
          <a:p>
            <a:pPr marL="457200" indent="-457200">
              <a:buFont typeface="Arial" panose="020B0604020202020204" pitchFamily="34" charset="0"/>
              <a:buChar char="•"/>
            </a:pPr>
            <a:r>
              <a:rPr lang="en-GB" sz="3200" dirty="0"/>
              <a:t>User-friendly system interface.</a:t>
            </a:r>
          </a:p>
          <a:p>
            <a:endParaRPr lang="en-IN" dirty="0"/>
          </a:p>
        </p:txBody>
      </p:sp>
    </p:spTree>
    <p:extLst>
      <p:ext uri="{BB962C8B-B14F-4D97-AF65-F5344CB8AC3E}">
        <p14:creationId xmlns:p14="http://schemas.microsoft.com/office/powerpoint/2010/main" val="2894763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A360FD-39AD-A4E6-BFA8-B4861B0B1A3D}"/>
              </a:ext>
            </a:extLst>
          </p:cNvPr>
          <p:cNvSpPr txBox="1"/>
          <p:nvPr/>
        </p:nvSpPr>
        <p:spPr>
          <a:xfrm>
            <a:off x="320512" y="348792"/>
            <a:ext cx="11056232" cy="769441"/>
          </a:xfrm>
          <a:prstGeom prst="rect">
            <a:avLst/>
          </a:prstGeom>
          <a:noFill/>
        </p:spPr>
        <p:txBody>
          <a:bodyPr wrap="none" rtlCol="0">
            <a:spAutoFit/>
          </a:bodyPr>
          <a:lstStyle/>
          <a:p>
            <a:r>
              <a:rPr lang="en-IN" sz="4400" b="1" u="sng" dirty="0">
                <a:latin typeface="Algerian" panose="04020705040A02060702" pitchFamily="82" charset="0"/>
              </a:rPr>
              <a:t>Hardware &amp; Software Requirements</a:t>
            </a:r>
          </a:p>
        </p:txBody>
      </p:sp>
      <p:sp>
        <p:nvSpPr>
          <p:cNvPr id="3" name="TextBox 2">
            <a:extLst>
              <a:ext uri="{FF2B5EF4-FFF2-40B4-BE49-F238E27FC236}">
                <a16:creationId xmlns:a16="http://schemas.microsoft.com/office/drawing/2014/main" id="{1D4AEBBD-F374-97E0-F1D7-E7634B26368C}"/>
              </a:ext>
            </a:extLst>
          </p:cNvPr>
          <p:cNvSpPr txBox="1"/>
          <p:nvPr/>
        </p:nvSpPr>
        <p:spPr>
          <a:xfrm>
            <a:off x="320512" y="1345140"/>
            <a:ext cx="5316520" cy="4678204"/>
          </a:xfrm>
          <a:prstGeom prst="rect">
            <a:avLst/>
          </a:prstGeom>
          <a:noFill/>
        </p:spPr>
        <p:txBody>
          <a:bodyPr wrap="none" rtlCol="0">
            <a:spAutoFit/>
          </a:bodyPr>
          <a:lstStyle/>
          <a:p>
            <a:r>
              <a:rPr lang="en-IN" sz="3200" b="1" u="sng" dirty="0">
                <a:latin typeface="Algerian" panose="04020705040A02060702" pitchFamily="82" charset="0"/>
              </a:rPr>
              <a:t>Hardware:</a:t>
            </a:r>
          </a:p>
          <a:p>
            <a:r>
              <a:rPr lang="en-IN" sz="2400" dirty="0"/>
              <a:t>Processor: Intel i3 or above</a:t>
            </a:r>
          </a:p>
          <a:p>
            <a:r>
              <a:rPr lang="en-IN" sz="2400" dirty="0"/>
              <a:t>RAM: 4GB or higher</a:t>
            </a:r>
          </a:p>
          <a:p>
            <a:r>
              <a:rPr lang="en-IN" sz="2400" dirty="0"/>
              <a:t>Hard Disk: 500GB</a:t>
            </a:r>
          </a:p>
          <a:p>
            <a:r>
              <a:rPr lang="en-IN" sz="3200" b="1" u="sng" dirty="0">
                <a:latin typeface="Algerian" panose="04020705040A02060702" pitchFamily="82" charset="0"/>
              </a:rPr>
              <a:t>Software:</a:t>
            </a:r>
          </a:p>
          <a:p>
            <a:r>
              <a:rPr lang="en-IN" sz="2400" dirty="0"/>
              <a:t>Operating System: Windows</a:t>
            </a:r>
          </a:p>
          <a:p>
            <a:r>
              <a:rPr lang="en-IN" sz="2400" dirty="0"/>
              <a:t>Programming Language: Python</a:t>
            </a:r>
          </a:p>
          <a:p>
            <a:r>
              <a:rPr lang="en-IN" sz="2400" dirty="0"/>
              <a:t>Web Technologies: HTML, CSS, JavaScript</a:t>
            </a:r>
          </a:p>
          <a:p>
            <a:r>
              <a:rPr lang="en-IN" sz="2400" dirty="0"/>
              <a:t>Server: </a:t>
            </a:r>
            <a:r>
              <a:rPr lang="en-IN" sz="2400" b="1" dirty="0"/>
              <a:t>XAMPP</a:t>
            </a:r>
            <a:endParaRPr lang="en-IN" sz="2400" dirty="0"/>
          </a:p>
          <a:p>
            <a:r>
              <a:rPr lang="en-IN" sz="2400" dirty="0"/>
              <a:t>Database: </a:t>
            </a:r>
            <a:r>
              <a:rPr lang="en-IN" sz="2400" b="1" dirty="0"/>
              <a:t>MySQL</a:t>
            </a:r>
            <a:endParaRPr lang="en-IN" sz="2400" dirty="0"/>
          </a:p>
          <a:p>
            <a:r>
              <a:rPr lang="en-IN" sz="2400" dirty="0"/>
              <a:t>ML Libraries: Pandas, NumPy, Scikit-learn</a:t>
            </a:r>
          </a:p>
          <a:p>
            <a:endParaRPr lang="en-IN" dirty="0"/>
          </a:p>
        </p:txBody>
      </p:sp>
    </p:spTree>
    <p:extLst>
      <p:ext uri="{BB962C8B-B14F-4D97-AF65-F5344CB8AC3E}">
        <p14:creationId xmlns:p14="http://schemas.microsoft.com/office/powerpoint/2010/main" val="838701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D2C1D8-0668-C953-EA7E-2952C3AB5889}"/>
              </a:ext>
            </a:extLst>
          </p:cNvPr>
          <p:cNvSpPr txBox="1"/>
          <p:nvPr/>
        </p:nvSpPr>
        <p:spPr>
          <a:xfrm>
            <a:off x="282804" y="339366"/>
            <a:ext cx="7188186" cy="769441"/>
          </a:xfrm>
          <a:prstGeom prst="rect">
            <a:avLst/>
          </a:prstGeom>
          <a:noFill/>
        </p:spPr>
        <p:txBody>
          <a:bodyPr wrap="none" rtlCol="0">
            <a:spAutoFit/>
          </a:bodyPr>
          <a:lstStyle/>
          <a:p>
            <a:r>
              <a:rPr lang="en-IN" sz="4400" b="1" u="sng" dirty="0">
                <a:latin typeface="Algerian" panose="04020705040A02060702" pitchFamily="82" charset="0"/>
              </a:rPr>
              <a:t>Novelty of the Project:</a:t>
            </a:r>
          </a:p>
        </p:txBody>
      </p:sp>
      <p:sp>
        <p:nvSpPr>
          <p:cNvPr id="4" name="Rectangle 1">
            <a:extLst>
              <a:ext uri="{FF2B5EF4-FFF2-40B4-BE49-F238E27FC236}">
                <a16:creationId xmlns:a16="http://schemas.microsoft.com/office/drawing/2014/main" id="{94A90848-A3B1-5235-9456-1F60D2B5FCA6}"/>
              </a:ext>
            </a:extLst>
          </p:cNvPr>
          <p:cNvSpPr>
            <a:spLocks noChangeArrowheads="1"/>
          </p:cNvSpPr>
          <p:nvPr/>
        </p:nvSpPr>
        <p:spPr bwMode="auto">
          <a:xfrm>
            <a:off x="348792" y="1236435"/>
            <a:ext cx="867897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Uses </a:t>
            </a:r>
            <a:r>
              <a:rPr kumimoji="0" lang="en-US" altLang="en-US" sz="2800" b="1" i="0" u="none" strike="noStrike" cap="none" normalizeH="0" baseline="0" dirty="0">
                <a:ln>
                  <a:noFill/>
                </a:ln>
                <a:solidFill>
                  <a:schemeClr val="tx1"/>
                </a:solidFill>
                <a:effectLst/>
                <a:latin typeface="Arial" panose="020B0604020202020204" pitchFamily="34" charset="0"/>
              </a:rPr>
              <a:t>Artificial Intelligence for disease prediction</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Combines multiple </a:t>
            </a:r>
            <a:r>
              <a:rPr kumimoji="0" lang="en-US" altLang="en-US" sz="2800" b="1" i="0" u="none" strike="noStrike" cap="none" normalizeH="0" baseline="0" dirty="0">
                <a:ln>
                  <a:noFill/>
                </a:ln>
                <a:solidFill>
                  <a:schemeClr val="tx1"/>
                </a:solidFill>
                <a:effectLst/>
                <a:latin typeface="Arial" panose="020B0604020202020204" pitchFamily="34" charset="0"/>
              </a:rPr>
              <a:t>machine learning algorithms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Provides </a:t>
            </a:r>
            <a:r>
              <a:rPr kumimoji="0" lang="en-US" altLang="en-US" sz="2800" b="1" i="0" u="none" strike="noStrike" cap="none" normalizeH="0" baseline="0" dirty="0">
                <a:ln>
                  <a:noFill/>
                </a:ln>
                <a:solidFill>
                  <a:schemeClr val="tx1"/>
                </a:solidFill>
                <a:effectLst/>
                <a:latin typeface="Arial" panose="020B0604020202020204" pitchFamily="34" charset="0"/>
              </a:rPr>
              <a:t>accuracy comparison between models</a:t>
            </a:r>
            <a:r>
              <a:rPr kumimoji="0" lang="en-US" altLang="en-US" sz="2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Allows dataset upload and prediction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Helps in improving early disease detection.</a:t>
            </a:r>
          </a:p>
        </p:txBody>
      </p:sp>
    </p:spTree>
    <p:extLst>
      <p:ext uri="{BB962C8B-B14F-4D97-AF65-F5344CB8AC3E}">
        <p14:creationId xmlns:p14="http://schemas.microsoft.com/office/powerpoint/2010/main" val="3022099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C6A0D-ED39-654D-5CDC-44D8D7E9A671}"/>
              </a:ext>
            </a:extLst>
          </p:cNvPr>
          <p:cNvPicPr>
            <a:picLocks noChangeAspect="1"/>
          </p:cNvPicPr>
          <p:nvPr/>
        </p:nvPicPr>
        <p:blipFill>
          <a:blip r:embed="rId2"/>
          <a:stretch>
            <a:fillRect/>
          </a:stretch>
        </p:blipFill>
        <p:spPr>
          <a:xfrm>
            <a:off x="2809188" y="1659118"/>
            <a:ext cx="5703216" cy="490665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4C35D289-187D-DBBF-4AE1-180370E3FDF6}"/>
              </a:ext>
            </a:extLst>
          </p:cNvPr>
          <p:cNvSpPr txBox="1"/>
          <p:nvPr/>
        </p:nvSpPr>
        <p:spPr>
          <a:xfrm>
            <a:off x="565608" y="405352"/>
            <a:ext cx="4365298" cy="769441"/>
          </a:xfrm>
          <a:prstGeom prst="rect">
            <a:avLst/>
          </a:prstGeom>
          <a:noFill/>
        </p:spPr>
        <p:txBody>
          <a:bodyPr wrap="none" rtlCol="0">
            <a:spAutoFit/>
          </a:bodyPr>
          <a:lstStyle/>
          <a:p>
            <a:r>
              <a:rPr lang="en-IN" sz="4400" b="1" u="sng" dirty="0">
                <a:latin typeface="Algerian" panose="04020705040A02060702" pitchFamily="82" charset="0"/>
              </a:rPr>
              <a:t>Architecture:</a:t>
            </a:r>
          </a:p>
        </p:txBody>
      </p:sp>
    </p:spTree>
    <p:extLst>
      <p:ext uri="{BB962C8B-B14F-4D97-AF65-F5344CB8AC3E}">
        <p14:creationId xmlns:p14="http://schemas.microsoft.com/office/powerpoint/2010/main" val="1399467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AA4F98-D049-7936-89FA-4629FC997A86}"/>
              </a:ext>
            </a:extLst>
          </p:cNvPr>
          <p:cNvSpPr txBox="1"/>
          <p:nvPr/>
        </p:nvSpPr>
        <p:spPr>
          <a:xfrm>
            <a:off x="565608" y="386499"/>
            <a:ext cx="3512500" cy="1046440"/>
          </a:xfrm>
          <a:prstGeom prst="rect">
            <a:avLst/>
          </a:prstGeom>
          <a:noFill/>
        </p:spPr>
        <p:txBody>
          <a:bodyPr wrap="none" rtlCol="0">
            <a:spAutoFit/>
          </a:bodyPr>
          <a:lstStyle/>
          <a:p>
            <a:r>
              <a:rPr lang="en-GB" sz="4400" b="1" u="sng" dirty="0">
                <a:latin typeface="Algerian" panose="04020705040A02060702" pitchFamily="82" charset="0"/>
              </a:rPr>
              <a:t>CONCLUSION:</a:t>
            </a:r>
          </a:p>
          <a:p>
            <a:endParaRPr lang="en-IN" dirty="0"/>
          </a:p>
        </p:txBody>
      </p:sp>
      <p:sp>
        <p:nvSpPr>
          <p:cNvPr id="3" name="TextBox 2">
            <a:extLst>
              <a:ext uri="{FF2B5EF4-FFF2-40B4-BE49-F238E27FC236}">
                <a16:creationId xmlns:a16="http://schemas.microsoft.com/office/drawing/2014/main" id="{59EAD7A6-CA7E-EC12-F2F7-120A129BC5E4}"/>
              </a:ext>
            </a:extLst>
          </p:cNvPr>
          <p:cNvSpPr txBox="1"/>
          <p:nvPr/>
        </p:nvSpPr>
        <p:spPr>
          <a:xfrm>
            <a:off x="480767" y="1574277"/>
            <a:ext cx="10755984" cy="3108543"/>
          </a:xfrm>
          <a:prstGeom prst="rect">
            <a:avLst/>
          </a:prstGeom>
          <a:noFill/>
        </p:spPr>
        <p:txBody>
          <a:bodyPr wrap="square" rtlCol="0">
            <a:spAutoFit/>
          </a:bodyPr>
          <a:lstStyle/>
          <a:p>
            <a:pPr algn="just"/>
            <a:r>
              <a:rPr lang="en-GB" sz="2800" dirty="0"/>
              <a:t>This project presents a system for early detection of human diseases using machine learning and a web-based platform. By </a:t>
            </a:r>
            <a:r>
              <a:rPr lang="en-GB" sz="2800" dirty="0" err="1"/>
              <a:t>analyzing</a:t>
            </a:r>
            <a:r>
              <a:rPr lang="en-GB" sz="2800" dirty="0"/>
              <a:t> patient symptoms and medical datasets, the system predicts whether a disease may be detected at an early stage. It helps service providers make quicker decisions and reduces manual effort. Overall, the project demonstrates how AI and web technologies can support healthcare by enabling faster and smarter disease detection.</a:t>
            </a:r>
            <a:endParaRPr lang="en-IN" sz="2800" dirty="0"/>
          </a:p>
        </p:txBody>
      </p:sp>
    </p:spTree>
    <p:extLst>
      <p:ext uri="{BB962C8B-B14F-4D97-AF65-F5344CB8AC3E}">
        <p14:creationId xmlns:p14="http://schemas.microsoft.com/office/powerpoint/2010/main" val="1174817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C52DA6-47B7-232C-109E-0E85B2B9918B}"/>
              </a:ext>
            </a:extLst>
          </p:cNvPr>
          <p:cNvSpPr txBox="1"/>
          <p:nvPr/>
        </p:nvSpPr>
        <p:spPr>
          <a:xfrm>
            <a:off x="2460396" y="2422689"/>
            <a:ext cx="7103227" cy="1569660"/>
          </a:xfrm>
          <a:prstGeom prst="rect">
            <a:avLst/>
          </a:prstGeom>
          <a:noFill/>
        </p:spPr>
        <p:txBody>
          <a:bodyPr wrap="none" rtlCol="0">
            <a:spAutoFit/>
          </a:bodyPr>
          <a:lstStyle/>
          <a:p>
            <a:r>
              <a:rPr lang="en-GB" sz="9600" b="1" dirty="0">
                <a:latin typeface="Algerian" panose="04020705040A02060702" pitchFamily="82" charset="0"/>
              </a:rPr>
              <a:t>THANK </a:t>
            </a:r>
            <a:r>
              <a:rPr lang="en-IN" sz="9600" b="1" dirty="0">
                <a:latin typeface="Algerian" panose="04020705040A02060702" pitchFamily="82" charset="0"/>
              </a:rPr>
              <a:t> YOU</a:t>
            </a:r>
            <a:endParaRPr lang="en-GB" sz="9600" b="1" dirty="0">
              <a:latin typeface="Algerian" panose="04020705040A02060702" pitchFamily="82" charset="0"/>
            </a:endParaRPr>
          </a:p>
        </p:txBody>
      </p:sp>
    </p:spTree>
    <p:extLst>
      <p:ext uri="{BB962C8B-B14F-4D97-AF65-F5344CB8AC3E}">
        <p14:creationId xmlns:p14="http://schemas.microsoft.com/office/powerpoint/2010/main" val="3343917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416</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Algerian</vt:lpstr>
      <vt:lpstr>Arial</vt:lpstr>
      <vt:lpstr>Calibri</vt:lpstr>
      <vt:lpstr>Calibri Light</vt:lpstr>
      <vt:lpstr>Cooper Black</vt:lpstr>
      <vt:lpstr>Office Theme</vt:lpstr>
      <vt:lpstr>PowerPoint Presentation</vt:lpstr>
      <vt:lpstr>Early Detection of Human Diseases Using Artificial Intelligence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sirisha golla</dc:creator>
  <cp:lastModifiedBy>sirisha golla</cp:lastModifiedBy>
  <cp:revision>1</cp:revision>
  <dcterms:created xsi:type="dcterms:W3CDTF">2026-03-15T04:57:48Z</dcterms:created>
  <dcterms:modified xsi:type="dcterms:W3CDTF">2026-03-15T17:23:46Z</dcterms:modified>
</cp:coreProperties>
</file>